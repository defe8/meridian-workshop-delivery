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377440"/>
            <a:ext cx="73152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Modernizing Meridian's
Inventory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0">
                <a:solidFill>
                  <a:srgbClr val="E2E8F0"/>
                </a:solidFill>
                <a:latin typeface="Calibri"/>
              </a:rPr>
              <a:t>Capabilities Presentation  |  RFP MC-2026-0417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Prepared for Meridian Components, Inc.  •  April 27,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3152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94360"/>
            <a:ext cx="9144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alibri"/>
              </a:rPr>
              <a:t>ACT 1 —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What we heard from Meridian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Operations runs the business through this dashboard — every day, three warehouses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Reports module has known defects the previous vendor never closed out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Restocking workflow VP Operations has been asking for doesn't exist yet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No automated tests — IT has frozen further change until that's resolved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The system works, but it can't safely evolve. That's the gap we close.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3152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94360"/>
            <a:ext cx="9144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alibri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Required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R1  Reports module remediation — audit + fix the 8+ logged defects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R2  Restocking recommendations — budget-aware PO engine, operator-in-control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R3  Automated browser tests — coverage on the flows that matter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R4  Architecture documentation — IT-ready handoff, week 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3152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94360"/>
            <a:ext cx="9144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alibri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Desired — where they fit naturally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D1  UI refresh — modernize layer above your existing slate/gray tokens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D2  Internationalization — Japanese for Tokyo, scaffold for future locales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D3  Dark mode — operator-selectable, useful on warehouse floor stations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We bring these in during Phase 3 only if Phase 1–2 land clean.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3152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94360"/>
            <a:ext cx="9144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alibri"/>
              </a:rPr>
              <a:t>HOW WE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Our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Tests aren't a deliverable at the end — they're how we work each week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Architecture review week one, before we touch a line of code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Restocking is designed around the operator, algorithm proposes, human decides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Weekly demos with R. Tanaka. Defect log shared from day one.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Predictable cadence. No surprises in week eight.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3152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94360"/>
            <a:ext cx="9144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alibri"/>
              </a:rPr>
              <a:t>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10 weeks, three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486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Phase 1 — Foundation (wks 1–3)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•  Architecture review (R4)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•  Reports audit &amp; remediation (R1)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•  First E2E test suite (R3)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•  Milestone: green build, IT sign-off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5486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Phase 2 — Build (wks 4–7)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7432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•  Restocking recommendation engine (R2)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•  Budget ceiling + demand forecast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•  Operator override workflow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•  Milestone: Tanaka demo &amp; UAT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3152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94360"/>
            <a:ext cx="9144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alibri"/>
              </a:rPr>
              <a:t>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Phase 3 — Polish &amp; handoff (wks 8–10)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Hardening, performance pass, accessibility check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Desired items where they fit (D1 / D2 / D3)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CI integration with Meridian IT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Final architecture handoff document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Milestone: production cutover, warranty period begins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3152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94360"/>
            <a:ext cx="9144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alibri"/>
              </a:rPr>
              <a:t>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Fixed-fee:  $148,000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Billed against four phase milestones, not hours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Includes all required items (R1–R4) and Phase 3 desired items where they fit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30-day warranty period post-cutover included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Out of scope: net-new modules beyond Restocking, ERP integration, data migration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3152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94360"/>
            <a:ext cx="9144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alibri"/>
              </a:rPr>
              <a:t>WHY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What you get with this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We leave codebases better-documented than we found them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Tests-as-we-go, not tests-at-the-end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Operator-centric design — your team stays in control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Predictable weekly cadence, no week-eight surprises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 Direct line to senior engineers — no handoff to junior staff post-sale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377440"/>
            <a:ext cx="73152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Let's make the next change a green build.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0">
                <a:solidFill>
                  <a:srgbClr val="E2E8F0"/>
                </a:solidFill>
                <a:latin typeface="Calibri"/>
              </a:rPr>
              <a:t>Questions, clarifications, next steps — we're ready when you 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RFP MC-2026-0417  •  Response due May 8,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